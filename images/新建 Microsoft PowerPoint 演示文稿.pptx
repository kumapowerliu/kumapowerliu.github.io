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7883525" cy="41767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8" autoAdjust="0"/>
    <p:restoredTop sz="94660"/>
  </p:normalViewPr>
  <p:slideViewPr>
    <p:cSldViewPr snapToGrid="0">
      <p:cViewPr varScale="1">
        <p:scale>
          <a:sx n="225" d="100"/>
          <a:sy n="225" d="100"/>
        </p:scale>
        <p:origin x="180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B9D7E0-4E48-4305-A0DD-17D563D4A66C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17525" y="1143000"/>
            <a:ext cx="5822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93397-66E9-440D-B1FB-19ECE9C53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299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5441" y="683550"/>
            <a:ext cx="5912644" cy="1454115"/>
          </a:xfrm>
        </p:spPr>
        <p:txBody>
          <a:bodyPr anchor="b"/>
          <a:lstStyle>
            <a:lvl1pPr algn="ctr">
              <a:defRPr sz="365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5441" y="2193742"/>
            <a:ext cx="5912644" cy="1008405"/>
          </a:xfrm>
        </p:spPr>
        <p:txBody>
          <a:bodyPr/>
          <a:lstStyle>
            <a:lvl1pPr marL="0" indent="0" algn="ctr">
              <a:buNone/>
              <a:defRPr sz="1462"/>
            </a:lvl1pPr>
            <a:lvl2pPr marL="278435" indent="0" algn="ctr">
              <a:buNone/>
              <a:defRPr sz="1218"/>
            </a:lvl2pPr>
            <a:lvl3pPr marL="556870" indent="0" algn="ctr">
              <a:buNone/>
              <a:defRPr sz="1096"/>
            </a:lvl3pPr>
            <a:lvl4pPr marL="835304" indent="0" algn="ctr">
              <a:buNone/>
              <a:defRPr sz="974"/>
            </a:lvl4pPr>
            <a:lvl5pPr marL="1113739" indent="0" algn="ctr">
              <a:buNone/>
              <a:defRPr sz="974"/>
            </a:lvl5pPr>
            <a:lvl6pPr marL="1392174" indent="0" algn="ctr">
              <a:buNone/>
              <a:defRPr sz="974"/>
            </a:lvl6pPr>
            <a:lvl7pPr marL="1670609" indent="0" algn="ctr">
              <a:buNone/>
              <a:defRPr sz="974"/>
            </a:lvl7pPr>
            <a:lvl8pPr marL="1949044" indent="0" algn="ctr">
              <a:buNone/>
              <a:defRPr sz="974"/>
            </a:lvl8pPr>
            <a:lvl9pPr marL="2227478" indent="0" algn="ctr">
              <a:buNone/>
              <a:defRPr sz="97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C018-A54F-443E-997C-CEE3CAC0A1EA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F64A-6A89-48A2-A1F2-EF31E34F1B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536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C018-A54F-443E-997C-CEE3CAC0A1EA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F64A-6A89-48A2-A1F2-EF31E34F1B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638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886" y="1041279"/>
            <a:ext cx="6799540" cy="1737396"/>
          </a:xfrm>
        </p:spPr>
        <p:txBody>
          <a:bodyPr anchor="b"/>
          <a:lstStyle>
            <a:lvl1pPr>
              <a:defRPr sz="365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886" y="2795111"/>
            <a:ext cx="6799540" cy="913656"/>
          </a:xfrm>
        </p:spPr>
        <p:txBody>
          <a:bodyPr/>
          <a:lstStyle>
            <a:lvl1pPr marL="0" indent="0">
              <a:buNone/>
              <a:defRPr sz="1462">
                <a:solidFill>
                  <a:schemeClr val="tx1">
                    <a:tint val="75000"/>
                  </a:schemeClr>
                </a:solidFill>
              </a:defRPr>
            </a:lvl1pPr>
            <a:lvl2pPr marL="27843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2pPr>
            <a:lvl3pPr marL="556870" indent="0">
              <a:buNone/>
              <a:defRPr sz="1096">
                <a:solidFill>
                  <a:schemeClr val="tx1">
                    <a:tint val="75000"/>
                  </a:schemeClr>
                </a:solidFill>
              </a:defRPr>
            </a:lvl3pPr>
            <a:lvl4pPr marL="835304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4pPr>
            <a:lvl5pPr marL="1113739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5pPr>
            <a:lvl6pPr marL="1392174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6pPr>
            <a:lvl7pPr marL="1670609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7pPr>
            <a:lvl8pPr marL="1949044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8pPr>
            <a:lvl9pPr marL="2227478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C018-A54F-443E-997C-CEE3CAC0A1EA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F64A-6A89-48A2-A1F2-EF31E34F1B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06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1992" y="1111856"/>
            <a:ext cx="3350498" cy="26500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91035" y="1111856"/>
            <a:ext cx="3350498" cy="26500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C018-A54F-443E-997C-CEE3CAC0A1EA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F64A-6A89-48A2-A1F2-EF31E34F1B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056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019" y="222371"/>
            <a:ext cx="6799540" cy="8073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020" y="1023875"/>
            <a:ext cx="3335100" cy="501785"/>
          </a:xfrm>
        </p:spPr>
        <p:txBody>
          <a:bodyPr anchor="b"/>
          <a:lstStyle>
            <a:lvl1pPr marL="0" indent="0">
              <a:buNone/>
              <a:defRPr sz="1462" b="1"/>
            </a:lvl1pPr>
            <a:lvl2pPr marL="278435" indent="0">
              <a:buNone/>
              <a:defRPr sz="1218" b="1"/>
            </a:lvl2pPr>
            <a:lvl3pPr marL="556870" indent="0">
              <a:buNone/>
              <a:defRPr sz="1096" b="1"/>
            </a:lvl3pPr>
            <a:lvl4pPr marL="835304" indent="0">
              <a:buNone/>
              <a:defRPr sz="974" b="1"/>
            </a:lvl4pPr>
            <a:lvl5pPr marL="1113739" indent="0">
              <a:buNone/>
              <a:defRPr sz="974" b="1"/>
            </a:lvl5pPr>
            <a:lvl6pPr marL="1392174" indent="0">
              <a:buNone/>
              <a:defRPr sz="974" b="1"/>
            </a:lvl6pPr>
            <a:lvl7pPr marL="1670609" indent="0">
              <a:buNone/>
              <a:defRPr sz="974" b="1"/>
            </a:lvl7pPr>
            <a:lvl8pPr marL="1949044" indent="0">
              <a:buNone/>
              <a:defRPr sz="974" b="1"/>
            </a:lvl8pPr>
            <a:lvl9pPr marL="2227478" indent="0">
              <a:buNone/>
              <a:defRPr sz="97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020" y="1525660"/>
            <a:ext cx="3335100" cy="22440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91035" y="1023875"/>
            <a:ext cx="3351525" cy="501785"/>
          </a:xfrm>
        </p:spPr>
        <p:txBody>
          <a:bodyPr anchor="b"/>
          <a:lstStyle>
            <a:lvl1pPr marL="0" indent="0">
              <a:buNone/>
              <a:defRPr sz="1462" b="1"/>
            </a:lvl1pPr>
            <a:lvl2pPr marL="278435" indent="0">
              <a:buNone/>
              <a:defRPr sz="1218" b="1"/>
            </a:lvl2pPr>
            <a:lvl3pPr marL="556870" indent="0">
              <a:buNone/>
              <a:defRPr sz="1096" b="1"/>
            </a:lvl3pPr>
            <a:lvl4pPr marL="835304" indent="0">
              <a:buNone/>
              <a:defRPr sz="974" b="1"/>
            </a:lvl4pPr>
            <a:lvl5pPr marL="1113739" indent="0">
              <a:buNone/>
              <a:defRPr sz="974" b="1"/>
            </a:lvl5pPr>
            <a:lvl6pPr marL="1392174" indent="0">
              <a:buNone/>
              <a:defRPr sz="974" b="1"/>
            </a:lvl6pPr>
            <a:lvl7pPr marL="1670609" indent="0">
              <a:buNone/>
              <a:defRPr sz="974" b="1"/>
            </a:lvl7pPr>
            <a:lvl8pPr marL="1949044" indent="0">
              <a:buNone/>
              <a:defRPr sz="974" b="1"/>
            </a:lvl8pPr>
            <a:lvl9pPr marL="2227478" indent="0">
              <a:buNone/>
              <a:defRPr sz="97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91035" y="1525660"/>
            <a:ext cx="3351525" cy="22440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C018-A54F-443E-997C-CEE3CAC0A1EA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F64A-6A89-48A2-A1F2-EF31E34F1B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604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C018-A54F-443E-997C-CEE3CAC0A1EA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F64A-6A89-48A2-A1F2-EF31E34F1B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527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C018-A54F-443E-997C-CEE3CAC0A1EA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F64A-6A89-48A2-A1F2-EF31E34F1B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449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019" y="278448"/>
            <a:ext cx="2542642" cy="974566"/>
          </a:xfrm>
        </p:spPr>
        <p:txBody>
          <a:bodyPr anchor="b"/>
          <a:lstStyle>
            <a:lvl1pPr>
              <a:defRPr sz="19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1525" y="601370"/>
            <a:ext cx="3991035" cy="2968173"/>
          </a:xfrm>
        </p:spPr>
        <p:txBody>
          <a:bodyPr/>
          <a:lstStyle>
            <a:lvl1pPr>
              <a:defRPr sz="1949"/>
            </a:lvl1pPr>
            <a:lvl2pPr>
              <a:defRPr sz="1705"/>
            </a:lvl2pPr>
            <a:lvl3pPr>
              <a:defRPr sz="1462"/>
            </a:lvl3pPr>
            <a:lvl4pPr>
              <a:defRPr sz="1218"/>
            </a:lvl4pPr>
            <a:lvl5pPr>
              <a:defRPr sz="1218"/>
            </a:lvl5pPr>
            <a:lvl6pPr>
              <a:defRPr sz="1218"/>
            </a:lvl6pPr>
            <a:lvl7pPr>
              <a:defRPr sz="1218"/>
            </a:lvl7pPr>
            <a:lvl8pPr>
              <a:defRPr sz="1218"/>
            </a:lvl8pPr>
            <a:lvl9pPr>
              <a:defRPr sz="1218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3019" y="1253014"/>
            <a:ext cx="2542642" cy="2321363"/>
          </a:xfrm>
        </p:spPr>
        <p:txBody>
          <a:bodyPr/>
          <a:lstStyle>
            <a:lvl1pPr marL="0" indent="0">
              <a:buNone/>
              <a:defRPr sz="974"/>
            </a:lvl1pPr>
            <a:lvl2pPr marL="278435" indent="0">
              <a:buNone/>
              <a:defRPr sz="853"/>
            </a:lvl2pPr>
            <a:lvl3pPr marL="556870" indent="0">
              <a:buNone/>
              <a:defRPr sz="731"/>
            </a:lvl3pPr>
            <a:lvl4pPr marL="835304" indent="0">
              <a:buNone/>
              <a:defRPr sz="609"/>
            </a:lvl4pPr>
            <a:lvl5pPr marL="1113739" indent="0">
              <a:buNone/>
              <a:defRPr sz="609"/>
            </a:lvl5pPr>
            <a:lvl6pPr marL="1392174" indent="0">
              <a:buNone/>
              <a:defRPr sz="609"/>
            </a:lvl6pPr>
            <a:lvl7pPr marL="1670609" indent="0">
              <a:buNone/>
              <a:defRPr sz="609"/>
            </a:lvl7pPr>
            <a:lvl8pPr marL="1949044" indent="0">
              <a:buNone/>
              <a:defRPr sz="609"/>
            </a:lvl8pPr>
            <a:lvl9pPr marL="2227478" indent="0">
              <a:buNone/>
              <a:defRPr sz="6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C018-A54F-443E-997C-CEE3CAC0A1EA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F64A-6A89-48A2-A1F2-EF31E34F1B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979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019" y="278448"/>
            <a:ext cx="2542642" cy="974566"/>
          </a:xfrm>
        </p:spPr>
        <p:txBody>
          <a:bodyPr anchor="b"/>
          <a:lstStyle>
            <a:lvl1pPr>
              <a:defRPr sz="19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1525" y="601370"/>
            <a:ext cx="3991035" cy="2968173"/>
          </a:xfrm>
        </p:spPr>
        <p:txBody>
          <a:bodyPr anchor="t"/>
          <a:lstStyle>
            <a:lvl1pPr marL="0" indent="0">
              <a:buNone/>
              <a:defRPr sz="1949"/>
            </a:lvl1pPr>
            <a:lvl2pPr marL="278435" indent="0">
              <a:buNone/>
              <a:defRPr sz="1705"/>
            </a:lvl2pPr>
            <a:lvl3pPr marL="556870" indent="0">
              <a:buNone/>
              <a:defRPr sz="1462"/>
            </a:lvl3pPr>
            <a:lvl4pPr marL="835304" indent="0">
              <a:buNone/>
              <a:defRPr sz="1218"/>
            </a:lvl4pPr>
            <a:lvl5pPr marL="1113739" indent="0">
              <a:buNone/>
              <a:defRPr sz="1218"/>
            </a:lvl5pPr>
            <a:lvl6pPr marL="1392174" indent="0">
              <a:buNone/>
              <a:defRPr sz="1218"/>
            </a:lvl6pPr>
            <a:lvl7pPr marL="1670609" indent="0">
              <a:buNone/>
              <a:defRPr sz="1218"/>
            </a:lvl7pPr>
            <a:lvl8pPr marL="1949044" indent="0">
              <a:buNone/>
              <a:defRPr sz="1218"/>
            </a:lvl8pPr>
            <a:lvl9pPr marL="2227478" indent="0">
              <a:buNone/>
              <a:defRPr sz="1218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3019" y="1253014"/>
            <a:ext cx="2542642" cy="2321363"/>
          </a:xfrm>
        </p:spPr>
        <p:txBody>
          <a:bodyPr/>
          <a:lstStyle>
            <a:lvl1pPr marL="0" indent="0">
              <a:buNone/>
              <a:defRPr sz="974"/>
            </a:lvl1pPr>
            <a:lvl2pPr marL="278435" indent="0">
              <a:buNone/>
              <a:defRPr sz="853"/>
            </a:lvl2pPr>
            <a:lvl3pPr marL="556870" indent="0">
              <a:buNone/>
              <a:defRPr sz="731"/>
            </a:lvl3pPr>
            <a:lvl4pPr marL="835304" indent="0">
              <a:buNone/>
              <a:defRPr sz="609"/>
            </a:lvl4pPr>
            <a:lvl5pPr marL="1113739" indent="0">
              <a:buNone/>
              <a:defRPr sz="609"/>
            </a:lvl5pPr>
            <a:lvl6pPr marL="1392174" indent="0">
              <a:buNone/>
              <a:defRPr sz="609"/>
            </a:lvl6pPr>
            <a:lvl7pPr marL="1670609" indent="0">
              <a:buNone/>
              <a:defRPr sz="609"/>
            </a:lvl7pPr>
            <a:lvl8pPr marL="1949044" indent="0">
              <a:buNone/>
              <a:defRPr sz="609"/>
            </a:lvl8pPr>
            <a:lvl9pPr marL="2227478" indent="0">
              <a:buNone/>
              <a:defRPr sz="6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C018-A54F-443E-997C-CEE3CAC0A1EA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F64A-6A89-48A2-A1F2-EF31E34F1B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365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C018-A54F-443E-997C-CEE3CAC0A1EA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F64A-6A89-48A2-A1F2-EF31E34F1B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582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41648" y="222371"/>
            <a:ext cx="1699885" cy="353957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1992" y="222371"/>
            <a:ext cx="5001111" cy="353957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C018-A54F-443E-997C-CEE3CAC0A1EA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F64A-6A89-48A2-A1F2-EF31E34F1B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463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1993" y="222371"/>
            <a:ext cx="6799540" cy="807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993" y="1111856"/>
            <a:ext cx="6799540" cy="26500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1992" y="3871195"/>
            <a:ext cx="1773793" cy="2223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EC018-A54F-443E-997C-CEE3CAC0A1EA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11418" y="3871195"/>
            <a:ext cx="2660690" cy="2223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67740" y="3871195"/>
            <a:ext cx="1773793" cy="2223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EF64A-6A89-48A2-A1F2-EF31E34F1B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635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56870" rtl="0" eaLnBrk="1" latinLnBrk="0" hangingPunct="1">
        <a:lnSpc>
          <a:spcPct val="90000"/>
        </a:lnSpc>
        <a:spcBef>
          <a:spcPct val="0"/>
        </a:spcBef>
        <a:buNone/>
        <a:defRPr sz="26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9217" indent="-139217" algn="l" defTabSz="556870" rtl="0" eaLnBrk="1" latinLnBrk="0" hangingPunct="1">
        <a:lnSpc>
          <a:spcPct val="90000"/>
        </a:lnSpc>
        <a:spcBef>
          <a:spcPts val="609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17652" indent="-139217" algn="l" defTabSz="556870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2pPr>
      <a:lvl3pPr marL="696087" indent="-139217" algn="l" defTabSz="556870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218" kern="1200">
          <a:solidFill>
            <a:schemeClr val="tx1"/>
          </a:solidFill>
          <a:latin typeface="+mn-lt"/>
          <a:ea typeface="+mn-ea"/>
          <a:cs typeface="+mn-cs"/>
        </a:defRPr>
      </a:lvl3pPr>
      <a:lvl4pPr marL="974522" indent="-139217" algn="l" defTabSz="556870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4pPr>
      <a:lvl5pPr marL="1252957" indent="-139217" algn="l" defTabSz="556870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5pPr>
      <a:lvl6pPr marL="1531391" indent="-139217" algn="l" defTabSz="556870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6pPr>
      <a:lvl7pPr marL="1809826" indent="-139217" algn="l" defTabSz="556870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7pPr>
      <a:lvl8pPr marL="2088261" indent="-139217" algn="l" defTabSz="556870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8pPr>
      <a:lvl9pPr marL="2366696" indent="-139217" algn="l" defTabSz="556870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6870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1pPr>
      <a:lvl2pPr marL="278435" algn="l" defTabSz="556870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algn="l" defTabSz="556870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3pPr>
      <a:lvl4pPr marL="835304" algn="l" defTabSz="556870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4pPr>
      <a:lvl5pPr marL="1113739" algn="l" defTabSz="556870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5pPr>
      <a:lvl6pPr marL="1392174" algn="l" defTabSz="556870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6pPr>
      <a:lvl7pPr marL="1670609" algn="l" defTabSz="556870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7pPr>
      <a:lvl8pPr marL="1949044" algn="l" defTabSz="556870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8pPr>
      <a:lvl9pPr marL="2227478" algn="l" defTabSz="556870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河边的草地上站着人&#10;&#10;描述已自动生成">
            <a:extLst>
              <a:ext uri="{FF2B5EF4-FFF2-40B4-BE49-F238E27FC236}">
                <a16:creationId xmlns:a16="http://schemas.microsoft.com/office/drawing/2014/main" id="{BE37264C-307D-C53C-77B3-39FDD838FDC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96" b="38781"/>
          <a:stretch/>
        </p:blipFill>
        <p:spPr>
          <a:xfrm>
            <a:off x="2977312" y="613833"/>
            <a:ext cx="1928901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64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35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 Hongyu</dc:creator>
  <cp:lastModifiedBy>LIU Hongyu</cp:lastModifiedBy>
  <cp:revision>7</cp:revision>
  <dcterms:created xsi:type="dcterms:W3CDTF">2023-03-23T05:30:36Z</dcterms:created>
  <dcterms:modified xsi:type="dcterms:W3CDTF">2023-03-23T06:27:42Z</dcterms:modified>
</cp:coreProperties>
</file>